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588" autoAdjust="0"/>
    <p:restoredTop sz="94610" autoAdjust="0"/>
  </p:normalViewPr>
  <p:slideViewPr>
    <p:cSldViewPr snapToGrid="0" snapToObjects="1">
      <p:cViewPr varScale="1">
        <p:scale>
          <a:sx n="98" d="100"/>
          <a:sy n="98" d="100"/>
        </p:scale>
        <p:origin x="-576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16250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ai-career-roadmapp-sanbis.lovable.app/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hyperlink" Target="https://ai-career-roadmapp-sanbis.lovable.app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533" y="223506"/>
            <a:ext cx="8714934" cy="475488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650" y="1809752"/>
            <a:ext cx="1375743" cy="1375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9058" y="697418"/>
            <a:ext cx="8520409" cy="704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600" b="1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CAREER ROADMAP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603647" y="1378974"/>
            <a:ext cx="671512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kern="0" spc="2" dirty="0">
                <a:solidFill>
                  <a:srgbClr val="9A341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FUTURE OF CAREER GUIDANCE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00967" y="3302535"/>
            <a:ext cx="274677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CREATED BY ;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51878" y="3548756"/>
            <a:ext cx="2746772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Biswajita Pati , 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Sania Suhani Nayak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4949" y="3987442"/>
            <a:ext cx="274677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-Computer Engineering &amp; IoT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-5th Sem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904949" y="4283441"/>
            <a:ext cx="274677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-Govt. Polytechnic Bhubaneswar</a:t>
            </a:r>
            <a:endParaRPr lang="en-US" sz="1000" dirty="0"/>
          </a:p>
        </p:txBody>
      </p:sp>
      <p:sp>
        <p:nvSpPr>
          <p:cNvPr id="11" name="Shape 7">
            <a:hlinkClick r:id="rId6"/>
          </p:cNvPr>
          <p:cNvSpPr/>
          <p:nvPr/>
        </p:nvSpPr>
        <p:spPr>
          <a:xfrm>
            <a:off x="5846747" y="3809147"/>
            <a:ext cx="1988958" cy="3321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rgbClr val="92D050"/>
                </a:solidFill>
              </a:rPr>
              <a:t>LIVE PROJECT</a:t>
            </a:r>
          </a:p>
        </p:txBody>
      </p:sp>
      <p:sp>
        <p:nvSpPr>
          <p:cNvPr id="12" name="Text 8"/>
          <p:cNvSpPr/>
          <p:nvPr/>
        </p:nvSpPr>
        <p:spPr>
          <a:xfrm>
            <a:off x="5706070" y="3638652"/>
            <a:ext cx="2223492" cy="340991"/>
          </a:xfrm>
          <a:prstGeom prst="rect">
            <a:avLst/>
          </a:prstGeom>
          <a:noFill/>
          <a:ln/>
        </p:spPr>
        <p:txBody>
          <a:bodyPr wrap="square" lIns="382651" tIns="170053" rIns="382651" bIns="0" rtlCol="0" anchor="t">
            <a:spAutoFit/>
          </a:bodyPr>
          <a:lstStyle/>
          <a:p>
            <a:pPr marL="0" indent="0" algn="l">
              <a:buNone/>
            </a:pPr>
            <a:endParaRPr lang="en-US" sz="1100" dirty="0">
              <a:solidFill>
                <a:srgbClr val="00B05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857250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Introduction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571500" y="1700213"/>
            <a:ext cx="428625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0100" y="1871663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" y="2007394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4475" y="2009180"/>
            <a:ext cx="200382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AI-Powered Guidance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00100" y="2500313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831" y="263604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14475" y="2637830"/>
            <a:ext cx="220384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Personalized Roadmaps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00100" y="3128963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831" y="326469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14475" y="3266480"/>
            <a:ext cx="223956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Google Gemini AI Engine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00100" y="3757613"/>
            <a:ext cx="38290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"Helping students plan their future with confidence through smart career intelligence."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086350" y="1700213"/>
            <a:ext cx="3486150" cy="3200400"/>
          </a:xfrm>
          <a:prstGeom prst="rect">
            <a:avLst/>
          </a:prstGeom>
          <a:solidFill>
            <a:srgbClr val="FFFFFF">
              <a:alpha val="50000"/>
            </a:srgbClr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0" y="1985963"/>
            <a:ext cx="2857500" cy="2571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857250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&amp; Solution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571500" y="1584484"/>
            <a:ext cx="3857625" cy="342900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2969" y="2098834"/>
            <a:ext cx="113407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B91C1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GAP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270605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0163" y="2716768"/>
            <a:ext cx="148947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Career Confusion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311324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0163" y="3123962"/>
            <a:ext cx="167699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 Proper Roadmap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352044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00163" y="3531156"/>
            <a:ext cx="17877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Skill Selection Issues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3927634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00163" y="3938349"/>
            <a:ext cx="145911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Lack of Guidance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4334827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00163" y="4345543"/>
            <a:ext cx="159127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Salary Uncertainty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707097" y="1584484"/>
            <a:ext cx="3857625" cy="342900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028566" y="2098834"/>
            <a:ext cx="15716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5803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BRIDGE</a:t>
            </a:r>
            <a:endParaRPr lang="en-US" sz="1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66" y="2706052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35760" y="2716768"/>
            <a:ext cx="162341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Career Roadmap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66" y="3113246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35760" y="3123962"/>
            <a:ext cx="162341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Personalized Paths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66" y="352044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35760" y="3531156"/>
            <a:ext cx="168413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Learning Resources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66" y="3927634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35760" y="3938349"/>
            <a:ext cx="19859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Skill Recommendations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66" y="4334827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435760" y="4345543"/>
            <a:ext cx="17234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Career Prep Support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857250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Technologies Used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571500" y="1680210"/>
            <a:ext cx="2500313" cy="3400425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1531" y="2165985"/>
            <a:ext cx="2000250" cy="3571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776776"/>
            <a:ext cx="285750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5875" y="2773204"/>
            <a:ext cx="71258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React 19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3162538"/>
            <a:ext cx="285750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5875" y="3158966"/>
            <a:ext cx="9322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TypeScript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31" y="3548301"/>
            <a:ext cx="285750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5875" y="3544729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Tailwind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31" y="3934063"/>
            <a:ext cx="285750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5875" y="3930491"/>
            <a:ext cx="34825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Vite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3321844" y="1691640"/>
            <a:ext cx="2500313" cy="3400425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571875" y="2177415"/>
            <a:ext cx="2000250" cy="3571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BACKEND/AI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875" y="2788206"/>
            <a:ext cx="285750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036219" y="2784634"/>
            <a:ext cx="7947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TanStack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1875" y="3173968"/>
            <a:ext cx="285750" cy="2000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036219" y="3170396"/>
            <a:ext cx="8143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Gemini AI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75" y="3559731"/>
            <a:ext cx="285750" cy="20002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036219" y="3556159"/>
            <a:ext cx="7447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Gateway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875" y="3945493"/>
            <a:ext cx="285750" cy="2000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036219" y="3941921"/>
            <a:ext cx="33039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Zod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6072188" y="1680210"/>
            <a:ext cx="2500313" cy="3400425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322219" y="2165985"/>
            <a:ext cx="2000250" cy="3571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UX/TOOLS</a:t>
            </a:r>
            <a:endParaRPr lang="en-US" sz="14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2219" y="2776776"/>
            <a:ext cx="285750" cy="20002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786563" y="2773204"/>
            <a:ext cx="600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Framer</a:t>
            </a:r>
            <a:endParaRPr lang="en-US" sz="12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2219" y="3162538"/>
            <a:ext cx="285750" cy="20002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786563" y="3158966"/>
            <a:ext cx="5268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Query</a:t>
            </a:r>
            <a:endParaRPr lang="en-US" sz="12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2219" y="3548301"/>
            <a:ext cx="285750" cy="200025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786563" y="3544729"/>
            <a:ext cx="5625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Export</a:t>
            </a:r>
            <a:endParaRPr lang="en-US" sz="12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2219" y="3934063"/>
            <a:ext cx="285750" cy="200025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786563" y="3930491"/>
            <a:ext cx="9894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Responsive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857250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Working Process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571500" y="1700213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5813" y="1557338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5573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878806"/>
            <a:ext cx="321469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0094" y="2235994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0094" y="2444948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Enter career name into search.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286125" y="1700213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00438" y="1557338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3500438" y="15573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719" y="1878806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64719" y="2235994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Request Sent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64719" y="2444948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Securely sent to AI backend.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00750" y="1700213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5063" y="1557338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5"/>
          <p:cNvSpPr/>
          <p:nvPr/>
        </p:nvSpPr>
        <p:spPr>
          <a:xfrm>
            <a:off x="6215063" y="15573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1878806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79344" y="2235994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179344" y="2444948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Gemini AI creates roadmap.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71500" y="3143250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5813" y="3000375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0"/>
          <p:cNvSpPr/>
          <p:nvPr/>
        </p:nvSpPr>
        <p:spPr>
          <a:xfrm>
            <a:off x="785813" y="300037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321844"/>
            <a:ext cx="285750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0094" y="3679031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50094" y="3887986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Zod ensures data accuracy.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286125" y="3143250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00438" y="3000375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Text 25"/>
          <p:cNvSpPr/>
          <p:nvPr/>
        </p:nvSpPr>
        <p:spPr>
          <a:xfrm>
            <a:off x="3500438" y="300037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4719" y="3321844"/>
            <a:ext cx="321469" cy="2857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64719" y="3679031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Display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464719" y="3887986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Roadmap rendered visually.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6000750" y="3143250"/>
            <a:ext cx="2571750" cy="13001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15063" y="3000375"/>
            <a:ext cx="357188" cy="3571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Text 30"/>
          <p:cNvSpPr/>
          <p:nvPr/>
        </p:nvSpPr>
        <p:spPr>
          <a:xfrm>
            <a:off x="6215063" y="300037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9344" y="3321844"/>
            <a:ext cx="285750" cy="28575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79344" y="3679031"/>
            <a:ext cx="22145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Download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6179344" y="3887986"/>
            <a:ext cx="221456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Export for offline access.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501494" y="4543743"/>
            <a:ext cx="8001000" cy="571500"/>
          </a:xfrm>
          <a:prstGeom prst="roundRect">
            <a:avLst/>
          </a:prstGeom>
          <a:solidFill>
            <a:srgbClr val="000000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302" y="4741982"/>
            <a:ext cx="128588" cy="17145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092890" y="4725909"/>
            <a:ext cx="3732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PDF</a:t>
            </a:r>
            <a:endParaRPr lang="en-US" sz="12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4776" y="4741982"/>
            <a:ext cx="128588" cy="17145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023363" y="4725909"/>
            <a:ext cx="9429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Markdown</a:t>
            </a:r>
            <a:endParaRPr lang="en-US" sz="12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3" y="4741982"/>
            <a:ext cx="128588" cy="17145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523551" y="4725909"/>
            <a:ext cx="5161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JSON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857250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Main Features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571500" y="1645764"/>
            <a:ext cx="8001000" cy="342900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25" y="1981520"/>
            <a:ext cx="542925" cy="542925"/>
          </a:xfrm>
          <a:prstGeom prst="rect">
            <a:avLst/>
          </a:prstGeom>
          <a:solidFill>
            <a:srgbClr val="7B1FA2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856" y="213868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3063" y="2167257"/>
            <a:ext cx="12626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Career Overview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452803" y="1981520"/>
            <a:ext cx="542925" cy="542925"/>
          </a:xfrm>
          <a:prstGeom prst="rect">
            <a:avLst/>
          </a:prstGeom>
          <a:solidFill>
            <a:srgbClr val="1976D2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534" y="213868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95741" y="2081532"/>
            <a:ext cx="1595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Personalized Roadmap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905481" y="1981520"/>
            <a:ext cx="542925" cy="542925"/>
          </a:xfrm>
          <a:prstGeom prst="rect">
            <a:avLst/>
          </a:prstGeom>
          <a:solidFill>
            <a:srgbClr val="0097A7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638" y="2138682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48419" y="2167257"/>
            <a:ext cx="10787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Skills Analysis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1000125" y="2838770"/>
            <a:ext cx="542925" cy="542925"/>
          </a:xfrm>
          <a:prstGeom prst="rect">
            <a:avLst/>
          </a:prstGeom>
          <a:solidFill>
            <a:srgbClr val="388E3C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856" y="299593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43063" y="2938782"/>
            <a:ext cx="1595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Tools Recommendation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452803" y="2838770"/>
            <a:ext cx="542925" cy="542925"/>
          </a:xfrm>
          <a:prstGeom prst="rect">
            <a:avLst/>
          </a:prstGeom>
          <a:solidFill>
            <a:srgbClr val="F57C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822" y="2995932"/>
            <a:ext cx="200025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095741" y="3024507"/>
            <a:ext cx="1500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Learning Resources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5905481" y="2838770"/>
            <a:ext cx="542925" cy="542925"/>
          </a:xfrm>
          <a:prstGeom prst="rect">
            <a:avLst/>
          </a:prstGeom>
          <a:solidFill>
            <a:srgbClr val="C2185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213" y="299593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48419" y="3024507"/>
            <a:ext cx="15323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Suggestions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1000125" y="3696020"/>
            <a:ext cx="542925" cy="542925"/>
          </a:xfrm>
          <a:prstGeom prst="rect">
            <a:avLst/>
          </a:prstGeom>
          <a:solidFill>
            <a:srgbClr val="00796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856" y="3853182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643063" y="3796032"/>
            <a:ext cx="1595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Internship &amp; Interview Prep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3452803" y="3696020"/>
            <a:ext cx="542925" cy="542925"/>
          </a:xfrm>
          <a:prstGeom prst="rect">
            <a:avLst/>
          </a:prstGeom>
          <a:solidFill>
            <a:srgbClr val="303F9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2822" y="3853182"/>
            <a:ext cx="200025" cy="228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095741" y="3881757"/>
            <a:ext cx="1225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Salary Info (INR)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5905481" y="3696020"/>
            <a:ext cx="542925" cy="542925"/>
          </a:xfrm>
          <a:prstGeom prst="rect">
            <a:avLst/>
          </a:prstGeom>
          <a:solidFill>
            <a:srgbClr val="E64A1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2638" y="3853182"/>
            <a:ext cx="28575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548419" y="3796032"/>
            <a:ext cx="1595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AI Career Coach Advice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85775" y="53890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80455" y="449281"/>
            <a:ext cx="80010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u="sng" kern="0" spc="-2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Project Demo</a:t>
            </a:r>
            <a:endParaRPr lang="en-US" sz="3300" u="sng" dirty="0"/>
          </a:p>
        </p:txBody>
      </p:sp>
      <p:sp>
        <p:nvSpPr>
          <p:cNvPr id="6" name="Shape 3"/>
          <p:cNvSpPr/>
          <p:nvPr/>
        </p:nvSpPr>
        <p:spPr>
          <a:xfrm>
            <a:off x="494705" y="1216920"/>
            <a:ext cx="4286250" cy="337185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918259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914687"/>
            <a:ext cx="15287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Search any career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304022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300450"/>
            <a:ext cx="18645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generates roadmap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689784"/>
            <a:ext cx="200025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2686212"/>
            <a:ext cx="195560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View skills &amp; resources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75547"/>
            <a:ext cx="175022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17997" y="3071975"/>
            <a:ext cx="151983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Check salary data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461309"/>
            <a:ext cx="200025" cy="20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3457737"/>
            <a:ext cx="16359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Download roadmap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5151278" y="1386050"/>
            <a:ext cx="3429000" cy="3371850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5151278" y="1914687"/>
            <a:ext cx="3429000" cy="22860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  <a:hlinkClick r:id="rId9"/>
              </a:rPr>
              <a:t>ai-career-roadmapp-sanbis.lovable.app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4234" y="2286162"/>
            <a:ext cx="1843088" cy="18430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51278" y="4263195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SCAN TO VISIT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0627" y="607219"/>
            <a:ext cx="7858125" cy="3929063"/>
          </a:xfrm>
          <a:prstGeom prst="rect">
            <a:avLst/>
          </a:prstGeom>
          <a:solidFill>
            <a:srgbClr val="FFFFFF">
              <a:alpha val="85000"/>
            </a:srgbClr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14438" y="1157260"/>
            <a:ext cx="309027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u="sng" kern="0" spc="-2" dirty="0">
                <a:solidFill>
                  <a:srgbClr val="000000"/>
                </a:solidFill>
                <a:latin typeface="Montserrat Black" pitchFamily="34" charset="0"/>
              </a:rPr>
              <a:t>Future Scope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1968745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14475" y="1952672"/>
            <a:ext cx="114478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User Accounts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438" y="2265211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14475" y="2249137"/>
            <a:ext cx="14144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Progress Tracking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438" y="2561676"/>
            <a:ext cx="117872" cy="1571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75184" y="2545603"/>
            <a:ext cx="8840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Mobile App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438" y="2858142"/>
            <a:ext cx="196453" cy="15716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53766" y="2842068"/>
            <a:ext cx="9108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Community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4438" y="3154607"/>
            <a:ext cx="196453" cy="15716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3766" y="3138534"/>
            <a:ext cx="13358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Mentor Matching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438" y="3451073"/>
            <a:ext cx="157163" cy="157163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14475" y="3435000"/>
            <a:ext cx="7804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Job Board</a:t>
            </a:r>
            <a:endParaRPr lang="en-US" sz="1100" dirty="0"/>
          </a:p>
        </p:txBody>
      </p:sp>
      <p:sp>
        <p:nvSpPr>
          <p:cNvPr id="17" name="Text 8"/>
          <p:cNvSpPr/>
          <p:nvPr/>
        </p:nvSpPr>
        <p:spPr>
          <a:xfrm>
            <a:off x="4743451" y="2611682"/>
            <a:ext cx="330326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400" b="1" i="1" dirty="0">
                <a:solidFill>
                  <a:srgbClr val="7030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"Helping students make informed career decisions through AI-powered guidance."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8" name="Text 9"/>
          <p:cNvSpPr/>
          <p:nvPr/>
        </p:nvSpPr>
        <p:spPr>
          <a:xfrm>
            <a:off x="4907756" y="2784277"/>
            <a:ext cx="3021806" cy="521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80000"/>
              </a:lnSpc>
              <a:buNone/>
            </a:pPr>
            <a:endParaRPr lang="en-US" sz="4150" dirty="0"/>
          </a:p>
        </p:txBody>
      </p:sp>
      <p:sp>
        <p:nvSpPr>
          <p:cNvPr id="19" name="Text 10"/>
          <p:cNvSpPr/>
          <p:nvPr/>
        </p:nvSpPr>
        <p:spPr>
          <a:xfrm>
            <a:off x="4907755" y="4215876"/>
            <a:ext cx="345548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Created </a:t>
            </a:r>
            <a:r>
              <a:rPr lang="en-US" sz="900" b="1" dirty="0" err="1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By:Biswajita</a:t>
            </a:r>
            <a:r>
              <a:rPr lang="en-US" sz="9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Pati                                                                                                                            </a:t>
            </a:r>
          </a:p>
          <a:p>
            <a:pPr marL="0" indent="0" algn="r">
              <a:buNone/>
            </a:pPr>
            <a:r>
              <a:rPr lang="en-US" sz="9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          Sania Suhani Nayak</a:t>
            </a:r>
            <a:endParaRPr lang="en-US" sz="9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xmlns="" id="{D3460AF7-623A-FFA4-8D50-B624C6CC052E}"/>
              </a:ext>
            </a:extLst>
          </p:cNvPr>
          <p:cNvSpPr/>
          <p:nvPr/>
        </p:nvSpPr>
        <p:spPr>
          <a:xfrm>
            <a:off x="1000565" y="791812"/>
            <a:ext cx="85725" cy="1057275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248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3</cp:revision>
  <dcterms:created xsi:type="dcterms:W3CDTF">2026-06-22T18:58:24Z</dcterms:created>
  <dcterms:modified xsi:type="dcterms:W3CDTF">2026-05-01T23:55:56Z</dcterms:modified>
</cp:coreProperties>
</file>